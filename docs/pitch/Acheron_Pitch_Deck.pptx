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with a catch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Matched-strength promoter pair (Gardner topology + Bacillus BioBrick Box parts) holds state at 100% fidelity at 24 hours; severe mismatch (0.1x) collapses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The circuit is like a light switch held by two matched springs. Mismatched springs and the switch falls back to "off" no matter what you do.</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50" i="1" dirty="0">
                <a:solidFill>
                  <a:srgbClr val="AEC2C8"/>
                </a:solidFill>
                <a:latin typeface="Calibri" pitchFamily="34" charset="0"/>
                <a:ea typeface="Calibri" pitchFamily="34" charset="-122"/>
                <a:cs typeface="Calibri" pitchFamily="34" charset="-120"/>
              </a:rPr>
              <a:t>This upside is entirely conditional on the roadmap experiment below succeeding. We're not asking anyone to price the risk in advance, we're asking for what it costs to find out.</a:t>
            </a:r>
            <a:endParaRPr lang="en-US" sz="13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 Status: filed, pending examination.</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 and satisfies the program requirement that at least one founder be a U.S. citizen.</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2026-09-06T00:23:43Z</dcterms:created>
  <dcterms:modified xsi:type="dcterms:W3CDTF">2026-09-06T00:23:43Z</dcterms:modified>
</cp:coreProperties>
</file>