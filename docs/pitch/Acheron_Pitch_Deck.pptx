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B7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B6B77"/>
                </a:solidFill>
                <a:latin typeface="Arial"/>
              </a:rPr>
              <a:t>All three numerically tie at ~2% surviving — the number alone is misleading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Recovery threshold (% surviving cells needed for ≥70% fidelity)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3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B. subtilis,
engineered circuit</c:v>
                  </c:pt>
                  <c:pt idx="1">
                    <c:v>B. subtilis,
methylation</c:v>
                  </c:pt>
                  <c:pt idx="2">
                    <c:v>Planarian,
bioelectric circuit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3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097280"/>
            <a:ext cx="5029200" cy="5029200"/>
          </a:xfrm>
          <a:prstGeom prst="ellipse">
            <a:avLst/>
          </a:prstGeom>
          <a:solidFill>
            <a:srgbClr val="2EC4B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3291840"/>
            <a:ext cx="2926080" cy="2926080"/>
          </a:xfrm>
          <a:prstGeom prst="ellipse">
            <a:avLst/>
          </a:prstGeom>
          <a:solidFill>
            <a:srgbClr val="2EC4B6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2EC4B6">
              <a:alpha val="8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INCUBATOR PITCH — SEPTEMBER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3716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Acheron</a:t>
            </a:r>
            <a:endParaRPr lang="en-US" sz="6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Bioelectric Memory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04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Persistent, regenerative data storage in living cells — for places nobody can send a repair technician.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Founder: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[Founder Name]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sanchezleal1989@gmail.com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github.com/rewired89/Acheron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biocomputing product today runs on neurons — cells built for speed, not for storage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7863840" cy="18288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Lifespan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Cortical Labs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neurons on silicon (CL-1)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months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$35,000 / unit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Koniku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Neuron-silicon sensing chips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years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FinalSpark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organoids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access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78240" y="1828800"/>
            <a:ext cx="2788920" cy="4206240"/>
          </a:xfrm>
          <a:prstGeom prst="roundRect">
            <a:avLst>
              <a:gd name="adj" fmla="val 2623"/>
            </a:avLst>
          </a:prstGeom>
          <a:solidFill>
            <a:srgbClr val="0B1F3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006840" y="2057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fails for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long-duration storage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28803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Neurons need continuous energy to hold any signal at all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replacement clock — no self-repair, ever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life support: temperature, pH, oxygen control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survives radiation, vacuum, or physical damage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77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Spacecraft, seafloor sensors, and remote infrastructure share one hard requirement both silicon and neurons fail: nobody can service the hardware in person.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living tissue holds a voltage pattern for weeks, and regrows itself after damage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precedent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Planarian flatworms store body-plan identity ("grow a head here") as a bioelectric pattern. Cut one in half — the pattern survives and rebuilds correctly in both halves.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210312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question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same kind of system — voltage state plus strong regenerative inheritance — hold arbitrary binary data, not just the organism's own natural signal?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0" y="210312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would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substrate that needs no power to hold state, and repairs itself after physical damage, is a fundamentally different answer to extreme-environment storage.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FOUNDATION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independently published results this concept is built 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4864" cy="12344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Bioelectric body-plan control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75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Levin et al., multiple papers 2006-2023 (Tufts)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916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gradients control regeneration outcomes in planaria, replicated across multiple labs — the two-headed-worm result is the most cited example.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54864" cy="12344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genetic bistability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38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Gardner, Cantor &amp; Collins, 2000, Nature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15468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2-repressor circuit in E. coli holds one of two states indefinitely once flipped — a solved, 25-year-old result, described by its authors as an addressable cellular memory unit.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4864" cy="12344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Non-destructive electrical readout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001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Akabuogu et al., 2024, Nano Letters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61772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two-electrode impedance measurement distinguishes live from dead bacterial biofilm, tied to one specific ion channel's activity — no dye, no sample destruction.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WHEN WE TESTED OUR OWN CLAIM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first simulation's headline result doesn't survive realistic noise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83280" cy="4023360"/>
          </a:xfrm>
          <a:prstGeom prst="roundRect">
            <a:avLst>
              <a:gd name="adj" fmla="val 2162"/>
            </a:avLst>
          </a:prstGeom>
          <a:solidFill>
            <a:srgbClr val="132A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24h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persistence, zero-noise simulation (original pitch)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292608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60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6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under realistic biological noise — a coin flip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20240"/>
            <a:ext cx="7132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leading with this, not hiding it:
</a:t>
            </a:r>
            <a:endParaRPr lang="en-US" sz="15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bioelectric persistence isn't enough on its own — the base model has no real attractor, just a very slow leak, and noise beats slow. 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own finding, from our own code, published in our own repo's audit before any outside reviewer found it first.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34840" y="4709160"/>
            <a:ext cx="7132320" cy="1280160"/>
          </a:xfrm>
          <a:prstGeom prst="roundRect">
            <a:avLst>
              <a:gd name="adj" fmla="val 5714"/>
            </a:avLst>
          </a:prstGeom>
          <a:solidFill>
            <a:srgbClr val="18314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70916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specific, not a mystery:  </a:t>
            </a:r>
            <a:pPr indent="0" marL="0">
              <a:buNone/>
            </a:pPr>
            <a:r>
              <a:rPr lang="en-US" sz="14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actively engineered bistable circuit, not passive cell behavior. See next.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engineered bistable circuit, built from parts that already exist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67512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parts, already characterized separately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—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Gardner, Cantor &amp; Collins (2000) — two mutually-repressing promoters, demonstrated bistable regime, equations public.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 parts —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Bacillus BioBrick Box (Radeck et al. 2013, 2017) — free, chromosomally-integrating promoters, characterized in B. subtilis specifically (this project's target organism, not E. coli).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4389120"/>
            <a:ext cx="6217920" cy="0"/>
          </a:xfrm>
          <a:prstGeom prst="line">
            <a:avLst/>
          </a:prstGeom>
          <a:noFill/>
          <a:ln w="12700">
            <a:solidFill>
              <a:srgbClr val="E4E9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5262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the combined model found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93776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finding isn't that a matched circuit works (it does, 100% fidelity at 24h) — it's what happens at severe promoter mismatch: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circuit doesn't degrade gracefully, it loses bistability entirely and always relaxes to the same state.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4380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18745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6060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@ 24h — matched promoters (BBB range 1.0x-10x)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43800" y="393192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069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6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@ severe mismatch (0.1x) — a real, actionable design constraint this step surfaced before any wet-lab spend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 RANKING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ranked our own three candidate mechanisms by how much wet-lab risk each still hides</a:t>
            </a:r>
            <a:endParaRPr lang="en-US" sz="2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83080"/>
          <a:ext cx="4572000" cy="41148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confidence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subtilis, engineered circuit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inheritance is mechanistically forced (division copies existing protein)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subtilis, methylation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real fidelity numbers exist, but from a different species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Planarian, bioelectric circuit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cell-coupling strength is a borrowed assumption, never measured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original organism choice (planarian) is currently our weakest-evidence option. We're reporting that now, before spending wet-lab money on it.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STRESS-TESTING OUR OWN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risk nobody asked about: the colony's own biology can scramble the read, even when the data is fine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566160" cy="82296"/>
          </a:xfrm>
          <a:prstGeom prst="rect">
            <a:avLst/>
          </a:prstGeom>
          <a:solidFill>
            <a:srgbClr val="1C8F8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1488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natural signal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743200"/>
            <a:ext cx="30540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subtilis biofilms run a continuous potassium-wave electrical signal of their own (Prindle lab, 2015) — independent of anything Acheron builds.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25696" y="18745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25696" y="1874520"/>
            <a:ext cx="3566160" cy="82296"/>
          </a:xfrm>
          <a:prstGeom prst="rect">
            <a:avLst/>
          </a:prstGeom>
          <a:solidFill>
            <a:srgbClr val="E8604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81728" y="21488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743200"/>
            <a:ext cx="30540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simulation, this natural oscillation can corrupt an instantaneous voltage reading even when the underlying engineered circuit's data is 100% intact.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11312" y="18745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874520"/>
            <a:ext cx="3566160" cy="82296"/>
          </a:xfrm>
          <a:prstGeom prst="rect">
            <a:avLst/>
          </a:prstGeom>
          <a:solidFill>
            <a:srgbClr val="1C8F8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67344" y="21488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fix, and its limit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467344" y="2743200"/>
            <a:ext cx="30540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via impedance (EIS) instead of raw voltage helps, but a single fast EIS sweep isn't immune either — it needs to integrate across a full oscillation cycle (~3h) to recover accuracy.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at 10-20mV of ambient oscillation (well below the circuit's own 70mV signal range) collapsed to 50-59% for single-snapshot voltage reads — this is a solvable engineering problem, not a fatal one, but a real, previously-unflagged design requirement.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else is storing arbitrary data as a dynamic, rewritable bioelectric state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42062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vs. Acheron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Cortical Labs / Koniku / FinalSpark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activity (volatile)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Electrode array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persistence, no self-healing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Mycelium memristor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(LaRocco et al. 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 resistance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accuracy; no addressable write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BioCompute Inc. 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Yachie &amp; Tomita 2007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sequence (archival)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Destructive sequencing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Write-once archive, not rewritable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8F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Acheron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physiological/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bioelectric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Non-destructive (dye or EIS)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Rewritable + self-healing — the combination nobody else has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experiment that changes everything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matched-promoter toggle circuit in B. subtilis, write a bit, damage the colony, let it regrow, read the bit back non-destructively via EIS.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32A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$10K-$30K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reagents, cloning, lab bench access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23774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32A4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6-12 mo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to a clear yes/no answer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23774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32A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only — validate the mechanism, or cleanly redirect to methylation, next by our own ranking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the cheapest, fastest experiment that produces a real answer — not a moonshot ask.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FOR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support sized to a real, scoped experiment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" cy="4114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7190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access &amp; partnerships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2140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access for standard bacterial transformation and plasmid cloning — B. subtilis is a workhorse organism, a far more common skill than planarian-specific culture.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28620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mentorship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26440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Synthetic-biology / genetic-circuit design review to pressure-test the toggle-circuit design before it's built.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411480" cy="4114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40050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Non-dilutive funding pathways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40740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or prizes sized to the ~$10K-$30K experiment above — not a large speculative raise.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F4F6F7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status, stated plainly: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patent strategy and drafts exist internally. No provisional or utility application has been confirmed filed with the USPTO as of this writing — we will not claim "patent pending" until that's true.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5029200" cy="5029200"/>
          </a:xfrm>
          <a:prstGeom prst="ellipse">
            <a:avLst/>
          </a:prstGeom>
          <a:solidFill>
            <a:srgbClr val="2EC4B6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[Founder Name]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cybersecurity, University of Central Florida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computational modeling, error-correction and fault-tolerance system design, and the discipline of stress-testing your own claims before someone else does.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biologist by training — disclosed here as fact, not hidden. The lab partnerships and mentorship this program would unlock are exactly how that gap closes.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749808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77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document leads with what we got wrong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89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version of this pitch cited a persistence result later found to be a simulation artifact. That audit process — not a projection nobody could verify — is the actual asset here.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760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sanchezleal1989@gmail.com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github.com/rewired89/Acheron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2026-09-05T03:46:55Z</dcterms:created>
  <dcterms:modified xsi:type="dcterms:W3CDTF">2026-09-05T03:46:55Z</dcterms:modified>
</cp:coreProperties>
</file>